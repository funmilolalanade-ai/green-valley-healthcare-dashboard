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32" d="100"/>
          <a:sy n="32" d="100"/>
        </p:scale>
        <p:origin x="142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Recovery Score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2F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Dermatology</c:v>
                </c:pt>
                <c:pt idx="1">
                  <c:v>General Med</c:v>
                </c:pt>
                <c:pt idx="2">
                  <c:v>Orthopedics</c:v>
                </c:pt>
                <c:pt idx="3">
                  <c:v>Pediatrics</c:v>
                </c:pt>
                <c:pt idx="4">
                  <c:v>Oncology</c:v>
                </c:pt>
                <c:pt idx="5">
                  <c:v>Neurology</c:v>
                </c:pt>
                <c:pt idx="6">
                  <c:v>Cardiology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79.599999999999994</c:v>
                </c:pt>
                <c:pt idx="1">
                  <c:v>76.400000000000006</c:v>
                </c:pt>
                <c:pt idx="2">
                  <c:v>75.900000000000006</c:v>
                </c:pt>
                <c:pt idx="3">
                  <c:v>75.2</c:v>
                </c:pt>
                <c:pt idx="4">
                  <c:v>74.2</c:v>
                </c:pt>
                <c:pt idx="5">
                  <c:v>74.099999999999994</c:v>
                </c:pt>
                <c:pt idx="6">
                  <c:v>72.8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A9-4F70-AFE1-701FF8A24A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2F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2F2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0DB-4BD0-BEC2-F364F01A2BE6}"/>
              </c:ext>
            </c:extLst>
          </c:dPt>
          <c:dPt>
            <c:idx val="1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DB-4BD0-BEC2-F364F01A2BE6}"/>
              </c:ext>
            </c:extLst>
          </c:dPt>
          <c:dPt>
            <c:idx val="2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DB-4BD0-BEC2-F364F01A2BE6}"/>
              </c:ext>
            </c:extLst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0DB-4BD0-BEC2-F364F01A2BE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0DB-4BD0-BEC2-F364F01A2BE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DB-4BD0-BEC2-F364F01A2BE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DB-4BD0-BEC2-F364F01A2BE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DB-4BD0-BEC2-F364F01A2BE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Low (&lt;$2K)</c:v>
                </c:pt>
                <c:pt idx="1">
                  <c:v>Medium ($2K-$5K)</c:v>
                </c:pt>
                <c:pt idx="2">
                  <c:v>High ($5K-$10K)</c:v>
                </c:pt>
                <c:pt idx="3">
                  <c:v>Very High ($10K+)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</c:v>
                </c:pt>
                <c:pt idx="1">
                  <c:v>116</c:v>
                </c:pt>
                <c:pt idx="2">
                  <c:v>64</c:v>
                </c:pt>
                <c:pt idx="3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0DB-4BD0-BEC2-F364F01A2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Child (0-18)</c:v>
                </c:pt>
                <c:pt idx="1">
                  <c:v>Young Adult (19-35)</c:v>
                </c:pt>
                <c:pt idx="2">
                  <c:v>Middle Age (36-55)</c:v>
                </c:pt>
                <c:pt idx="3">
                  <c:v>Senior (56+)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70</c:v>
                </c:pt>
                <c:pt idx="2">
                  <c:v>98</c:v>
                </c:pt>
                <c:pt idx="3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81-4D83-8BC2-F2BA764064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25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VALLEY MEDICAL CENTER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Analytics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Data Analytics Capstone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Outcome Analysis &amp; Operational Insights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Patients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28016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9456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9456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Recovery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28016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$5,052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3192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Treatment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128016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days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Hospital Stay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28016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0664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Recovery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Dermatology shows highest average recovery score (79.6) among all departments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 treatment type has longest hospital stay (10.1 days) but good recovery outcomes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costs vary significantly, with very high-cost cases ($10K+) showing better recovery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recovery rate of 31.5% indicates room for improvement in care protocols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Departmental Performance Analysis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Type Effectiveness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6400800" cy="2316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Recovery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Stay (Days)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$9,894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Therapy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$4,438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70AD47">
              <a:alpha val="80000"/>
            </a:srgbClr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r>
              <a:rPr lang="en-US" sz="13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 shows highest recovery scores but also longest stays and highest costs. Observation offers cost-effective outcomes for appropriate cases.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Cost vs Recovery Analysis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2231136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 ($10K+)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0AD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($5K-$10K)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($2K-$5K)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(&lt;$2K)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Distribution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Analysis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1737360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Stay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 (51.5%)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 (47.3%)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(1.2%)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280160"/>
            <a:ext cx="758952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Enhance Recovery Protocols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improving recovery rates from 31.5% to 40%+ excellent outcomes through standardized care protocols and best practice sharing from Dermatology dept.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2194560"/>
            <a:ext cx="758952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Optimize Treatment Costs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high-performing low-cost interventions. Very high-cost cases show better outcomes - ensure appropriate resource allocation for complex cases.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108960"/>
            <a:ext cx="758952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Reduce Hospital Stay Duration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surgical patients for enhanced recovery programs to reduce 10-day average stays while maintaining quality outcomes.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97280" y="4023360"/>
            <a:ext cx="758952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41148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Departmental Learning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knowledge transfer programs from high-performing departments (Dermatology 79.6 score) to lower-performing ones (Cardiology 72.8 score).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086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685108" y="172212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provides actionable insights into:</a:t>
            </a:r>
            <a:endParaRPr lang="en-US" sz="1500" dirty="0"/>
          </a:p>
          <a:p>
            <a:pPr marL="0" indent="0" algn="l">
              <a:lnSpc>
                <a:spcPts val="2800"/>
              </a:lnSpc>
              <a:buNone/>
            </a:pPr>
            <a:endParaRPr lang="en-US" sz="15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Departmental performance variations</a:t>
            </a:r>
            <a:endParaRPr lang="en-US" sz="15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Treatment effectiveness by type and cost</a:t>
            </a:r>
            <a:endParaRPr lang="en-US" sz="15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Demographic patterns in recovery outcomes</a:t>
            </a:r>
            <a:endParaRPr lang="en-US" sz="15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Opportunities for operational improvement</a:t>
            </a:r>
            <a:endParaRPr lang="en-US" sz="1500" dirty="0"/>
          </a:p>
          <a:p>
            <a:pPr marL="0" indent="0" algn="l">
              <a:lnSpc>
                <a:spcPts val="2800"/>
              </a:lnSpc>
              <a:buNone/>
            </a:pPr>
            <a:endParaRPr lang="en-US" sz="15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monitoring through this dashboard will enable data-driven</a:t>
            </a:r>
            <a:endParaRPr lang="en-US" sz="15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to improve patient care and operational efficiency.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409</Words>
  <Application>Microsoft Office PowerPoint</Application>
  <PresentationFormat>On-screen Show 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Analytics Dashboard - Capstone Project</dc:title>
  <dc:subject>PptxGenJS Presentation</dc:subject>
  <dc:creator>Green Valley Medical Center - Analytics Team</dc:creator>
  <cp:lastModifiedBy>Wale Lanade</cp:lastModifiedBy>
  <cp:revision>2</cp:revision>
  <dcterms:created xsi:type="dcterms:W3CDTF">2026-04-13T15:03:47Z</dcterms:created>
  <dcterms:modified xsi:type="dcterms:W3CDTF">2026-04-17T12:59:07Z</dcterms:modified>
</cp:coreProperties>
</file>